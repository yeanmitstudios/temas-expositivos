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3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28668-DD51-515F-939F-EC821F4E8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78B0CB-ACA3-2A2D-BC3D-CF17785F9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304396-D32E-EF9E-38A2-CB6F9F2B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FB335-6B5F-8F28-E083-3A4DB5C9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C8C8A-7DDD-98FE-23B6-2817ED43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310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53D2E-D578-9CB5-9E12-78AE4A62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F71D8-2EDD-C4D5-2C2C-CA3CE122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5EE763-DFF7-D47A-8C31-F4019E65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F24D33-9D5A-0E65-63A1-6907BCCE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9FB52D-32EC-E68F-B24B-1B6B9D1C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413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35EC4-0121-8C4A-35C4-18EC8BFC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17F549-8EA3-FB21-F2BB-1BC573215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2D9AB-63C4-F682-C5B3-4394B101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A2D887-3987-B6CE-7631-B3AE8DE4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C95D0-CE4B-46BB-818F-DC269513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841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955D9-D733-DFCB-413B-F7B52227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79258-445B-0D16-B045-B6B502C94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6F0F2-3C0D-DCAC-4C2B-819A058BA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AA9FCA-702F-0BFF-35B5-5531187B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CC122-2B26-7B3B-332D-29610CDF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20DF0A-8041-5800-C7E8-DC6D9F7F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320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74C29-FCBC-CD47-8988-13467926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19F10-992B-C19B-4682-05033B42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E25638-8E04-FFBA-2E2E-26B2C7723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78DE79-275C-F07C-F665-DE40B5135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AC5276-5875-4C81-5207-DCD4A58D4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504854-EFFE-2A8A-9BE6-21CA828C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E4BDA4-C3EB-509B-F263-35DAA89C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F76438-AB5C-3360-F5D1-C48C4760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345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4787-EA34-B3BB-D347-E1DB4442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8AFB-8A32-D6D3-DBE6-0A4A3E18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40F4A6-CDDA-D7E5-71B9-F392826D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8D0F0F-3412-4959-0731-7F06DF7A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851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B2D426-EC64-3119-2EB7-070FA20B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352DEC-769C-78D3-C65A-7446FC2C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F2DE4-65C9-F32F-8EEA-BD49838D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146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26519-563B-606F-A2E7-84C026AD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E1893C-B4BB-773A-B357-FE451127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245196-5292-B368-07B9-C09720A4F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6CF421-F97C-478C-E982-B2E8F6E0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909574-5114-504B-1A36-64E47E9D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49A89E-CBB0-88B5-4700-7B885BAF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50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56CE2-D264-2BC6-644D-CB426A3A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90B177-2045-5AE2-B3DB-6ACD7F453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3A7AA7-5A38-D9A7-69BA-CBFD16B66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2C0B34-A720-3D16-78F3-57E16BED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684780-2377-C948-62CE-03F7431E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C5B77-CBD5-952E-E4F9-0C9DB376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470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C1E50-4A62-42B7-47B4-2DBFA45A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3CE1DE-D3B4-2FBC-9B40-C9033F5FE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09D36-C7A2-C151-D6B7-4DF930D0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453CA3-0414-B684-63EB-0DD80DA1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4B46B-A63A-9358-4838-EE7C0E15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05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233F48-8389-BF6A-D748-96814C2FC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C85481-BB71-408C-03C2-5FAADDAAC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1266A-971C-10A9-170A-BFA0C89A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67EF6-E524-EB6C-7387-1C970431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24E78-DC1F-7C18-7108-847ECB6E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90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B1B28DE-C823-4792-E719-D0F35D5F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962D51-BF8C-EB66-1AAA-A9C212076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97DB05-3657-ED24-5575-B53CDDD07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53116-EC3F-45AD-92B6-CFB01EF497BE}" type="datetimeFigureOut">
              <a:rPr lang="es-PE" smtClean="0"/>
              <a:t>8/07/2026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4AD99A-52BD-3DEA-4355-C176E88E1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4BFFEE-DEC2-7688-8407-883767573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56F64-4020-4CCD-9199-6D35AFA6138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665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267631-5D1A-769D-762A-4B00E6110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056DF22-1C91-87D6-2991-B6B829D69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7" y="3603169"/>
            <a:ext cx="8962129" cy="304035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A07D9D1-20D8-B2BD-BA65-2B35335B41BB}"/>
              </a:ext>
            </a:extLst>
          </p:cNvPr>
          <p:cNvSpPr txBox="1"/>
          <p:nvPr/>
        </p:nvSpPr>
        <p:spPr>
          <a:xfrm>
            <a:off x="1178349" y="4317477"/>
            <a:ext cx="73623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Gill Sans Ultra Bold Condensed" panose="020B0A06020104020203" pitchFamily="34" charset="0"/>
              </a:rPr>
              <a:t>ALUMNO: 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  <a:latin typeface="Gill Sans Ultra Bold Condensed" panose="020B0A06020104020203" pitchFamily="34" charset="0"/>
              </a:rPr>
              <a:t>RAFAEL ANTHONY MURILLO SERVELEÓN</a:t>
            </a:r>
          </a:p>
          <a:p>
            <a:r>
              <a:rPr lang="es-ES" sz="2800" dirty="0">
                <a:latin typeface="Gill Sans Ultra Bold Condensed" panose="020B0A06020104020203" pitchFamily="34" charset="0"/>
              </a:rPr>
              <a:t>AREA: 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  <a:latin typeface="Gill Sans Ultra Bold Condensed" panose="020B0A06020104020203" pitchFamily="34" charset="0"/>
              </a:rPr>
              <a:t>ARTE Y CULTURA</a:t>
            </a:r>
          </a:p>
          <a:p>
            <a:r>
              <a:rPr lang="es-ES" sz="2800" dirty="0">
                <a:latin typeface="Gill Sans Ultra Bold Condensed" panose="020B0A06020104020203" pitchFamily="34" charset="0"/>
              </a:rPr>
              <a:t>PROFESOR: 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  <a:latin typeface="Gill Sans Ultra Bold Condensed" panose="020B0A06020104020203" pitchFamily="34" charset="0"/>
              </a:rPr>
              <a:t>MIGUEL ANGEL CARHUAYO CAHUA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B8CDB57-D7CA-6BAF-BCE2-56EC8B337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54675">
            <a:off x="9024829" y="4521456"/>
            <a:ext cx="3283578" cy="184701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F628A0D-1D57-F279-8D79-6DDF9CAB1AB7}"/>
              </a:ext>
            </a:extLst>
          </p:cNvPr>
          <p:cNvSpPr txBox="1"/>
          <p:nvPr/>
        </p:nvSpPr>
        <p:spPr>
          <a:xfrm>
            <a:off x="2052685" y="1239625"/>
            <a:ext cx="8086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Cooper Black" panose="0208090404030B020404" pitchFamily="18" charset="0"/>
              </a:rPr>
              <a:t>LAS DANZAS</a:t>
            </a:r>
          </a:p>
        </p:txBody>
      </p:sp>
    </p:spTree>
    <p:extLst>
      <p:ext uri="{BB962C8B-B14F-4D97-AF65-F5344CB8AC3E}">
        <p14:creationId xmlns:p14="http://schemas.microsoft.com/office/powerpoint/2010/main" val="944388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DA0D99-E0C3-010F-4BF5-854B7B593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D660C4-1ED4-C940-3E90-ECC2B641580E}"/>
              </a:ext>
            </a:extLst>
          </p:cNvPr>
          <p:cNvSpPr txBox="1"/>
          <p:nvPr/>
        </p:nvSpPr>
        <p:spPr>
          <a:xfrm>
            <a:off x="263951" y="197964"/>
            <a:ext cx="879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7200" dirty="0">
                <a:solidFill>
                  <a:schemeClr val="accent1">
                    <a:lumMod val="75000"/>
                  </a:schemeClr>
                </a:solidFill>
                <a:latin typeface="Bauhaus 93" panose="04030905020B02020C02" pitchFamily="82" charset="0"/>
              </a:rPr>
              <a:t>CARACTERISTICAS</a:t>
            </a:r>
            <a:endParaRPr lang="es-PE" sz="7200" dirty="0">
              <a:solidFill>
                <a:schemeClr val="accent1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E79E89-55D6-AA40-F9FA-81D378E57B18}"/>
              </a:ext>
            </a:extLst>
          </p:cNvPr>
          <p:cNvSpPr txBox="1"/>
          <p:nvPr/>
        </p:nvSpPr>
        <p:spPr>
          <a:xfrm>
            <a:off x="612743" y="1413063"/>
            <a:ext cx="73057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ES EFÍMERA: A diferencia de una pintura o una escultura, la danza ocurre en el momento y desaparece cuando el bailarín deja de moverse. Su belleza radica en el presente.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REQUIERE LENGUAJE CORPORAL: El cuerpo es el instrumento principal. Cada gesto, postura y mirada transmite un mensaje.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D0DCB6-E5CE-2C7B-A312-4397F1B2B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361" y="695271"/>
            <a:ext cx="9101412" cy="51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46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769E0-8F89-96AD-F058-3526AF03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640909-5328-97FD-E4AC-88BC12630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B8D00F8-CDAD-E9FA-78F6-FA72F8DFF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6854">
            <a:off x="6952954" y="631934"/>
            <a:ext cx="7133281" cy="4012471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2808878-9BE7-DC9E-33B4-9921D877E343}"/>
              </a:ext>
            </a:extLst>
          </p:cNvPr>
          <p:cNvSpPr txBox="1"/>
          <p:nvPr/>
        </p:nvSpPr>
        <p:spPr>
          <a:xfrm>
            <a:off x="367646" y="428178"/>
            <a:ext cx="73057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TIENE UN PROPÓSITO: Ya sea por entretenimiento, un ritual religioso, una tradición cultural o simple expresión artística, toda danza nace con una intención.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CONEXIÓN CON EL RITMO: Aunque existen danzas en silencio, la gran mayoría se apoya en una estructura rítmica (musical o sonora) para guiar los movimientos.</a:t>
            </a:r>
            <a:endParaRPr lang="es-PE" sz="3200" dirty="0">
              <a:solidFill>
                <a:schemeClr val="bg1">
                  <a:lumMod val="75000"/>
                </a:schemeClr>
              </a:solidFill>
              <a:latin typeface="Jum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80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4865-A684-3320-9FD2-965187C1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608366-0061-6B93-D7AA-7163A81F1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2EFD50D-6E46-3F48-6D92-DC84925899E8}"/>
              </a:ext>
            </a:extLst>
          </p:cNvPr>
          <p:cNvSpPr txBox="1"/>
          <p:nvPr/>
        </p:nvSpPr>
        <p:spPr>
          <a:xfrm>
            <a:off x="593354" y="232253"/>
            <a:ext cx="6919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chemeClr val="accent1">
                    <a:lumMod val="75000"/>
                  </a:schemeClr>
                </a:solidFill>
                <a:latin typeface="Bauhaus 93" panose="04030905020B02020C02" pitchFamily="82" charset="0"/>
              </a:rPr>
              <a:t>Elementos</a:t>
            </a:r>
            <a:endParaRPr lang="es-PE" sz="7200" dirty="0">
              <a:solidFill>
                <a:schemeClr val="accent1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577881-F29D-A6C6-6F4C-C54BCE6CAC9C}"/>
              </a:ext>
            </a:extLst>
          </p:cNvPr>
          <p:cNvSpPr txBox="1"/>
          <p:nvPr/>
        </p:nvSpPr>
        <p:spPr>
          <a:xfrm>
            <a:off x="612743" y="1413063"/>
            <a:ext cx="73057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EL CUERPO: Es el lienzo del bailarín. Se analiza desde la postura, el control y las partes del cuerpo que ejecutan la acción.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EL ESPACIO: Es el lugar donde se desarrolla el baile. El bailarín interactúa con él a través de direcciones (ir hacia adelante, atrás, lados), niveles (alto, medio, bajo) y trayectorias.</a:t>
            </a:r>
          </a:p>
        </p:txBody>
      </p:sp>
      <p:pic>
        <p:nvPicPr>
          <p:cNvPr id="2051" name="Picture 3" descr="Rompecabezas mecánico - Wikipedia, la enciclopedia libre">
            <a:extLst>
              <a:ext uri="{FF2B5EF4-FFF2-40B4-BE49-F238E27FC236}">
                <a16:creationId xmlns:a16="http://schemas.microsoft.com/office/drawing/2014/main" id="{D945F8F8-C157-1F23-5F98-152B337A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113" y="2001341"/>
            <a:ext cx="2260288" cy="21044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643890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CE0D-F40C-7431-EFC1-B8B17BF9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43EE89-A8E9-C158-EA09-2579C7B31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902EA7F-A79A-87CA-092D-A19A9A3EA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7655">
            <a:off x="5869842" y="2141442"/>
            <a:ext cx="7632207" cy="429311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DC867D6-2B5E-2620-2401-FF0EE6A67BF7}"/>
              </a:ext>
            </a:extLst>
          </p:cNvPr>
          <p:cNvSpPr txBox="1"/>
          <p:nvPr/>
        </p:nvSpPr>
        <p:spPr>
          <a:xfrm>
            <a:off x="273378" y="1365929"/>
            <a:ext cx="73057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EL TIEMPO: Es el ritmo, los acentos y la velocidad (lenta, rápida, moderada) en la que se realizan los movimientos. Dicta la duración del baile.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LA ACCIÓN O MOVIMIENTO: Son los pasos reales, los saltos, giros o pausas que hace el bailarín para dar dinamismo.</a:t>
            </a:r>
          </a:p>
        </p:txBody>
      </p:sp>
    </p:spTree>
    <p:extLst>
      <p:ext uri="{BB962C8B-B14F-4D97-AF65-F5344CB8AC3E}">
        <p14:creationId xmlns:p14="http://schemas.microsoft.com/office/powerpoint/2010/main" val="2541032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D344-4AE5-ED9D-9EC0-761B92FE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75C869-6401-F06B-2D50-D7F9BAAAD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566CE10-4A0C-C54F-E517-B17018993A73}"/>
              </a:ext>
            </a:extLst>
          </p:cNvPr>
          <p:cNvSpPr txBox="1"/>
          <p:nvPr/>
        </p:nvSpPr>
        <p:spPr>
          <a:xfrm>
            <a:off x="263951" y="197964"/>
            <a:ext cx="7503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chemeClr val="accent1">
                    <a:lumMod val="75000"/>
                  </a:schemeClr>
                </a:solidFill>
                <a:latin typeface="Bauhaus 93" panose="04030905020B02020C02" pitchFamily="82" charset="0"/>
              </a:rPr>
              <a:t>Tipos de danzas</a:t>
            </a:r>
            <a:endParaRPr lang="es-PE" sz="7200" dirty="0">
              <a:solidFill>
                <a:schemeClr val="accent1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4C7E09-0DAE-5E22-54C8-102F418D416E}"/>
              </a:ext>
            </a:extLst>
          </p:cNvPr>
          <p:cNvSpPr txBox="1"/>
          <p:nvPr/>
        </p:nvSpPr>
        <p:spPr>
          <a:xfrm>
            <a:off x="263951" y="1484762"/>
            <a:ext cx="82296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TRADICIONALES Y FOLCLÓRICAS: Son los bailes típicos de cada país o región. Se heredan de generación en generación y representan la cultura y las raíces de un pueblo.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CLÁSICAS: Es una danza de alta disciplina que nació en las cortes europeas. Sus pasos y posturas son muy estrictos, elegantes y buscan la perfección geométrica.</a:t>
            </a:r>
          </a:p>
          <a:p>
            <a:endParaRPr lang="es-PE" dirty="0"/>
          </a:p>
        </p:txBody>
      </p:sp>
      <p:pic>
        <p:nvPicPr>
          <p:cNvPr id="4099" name="Picture 3" descr="Iconos gratuitos de Ideas diseñados por Freepik">
            <a:extLst>
              <a:ext uri="{FF2B5EF4-FFF2-40B4-BE49-F238E27FC236}">
                <a16:creationId xmlns:a16="http://schemas.microsoft.com/office/drawing/2014/main" id="{2DBCE724-D0E8-6785-B19C-E9FB1F9D7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981" y="1927122"/>
            <a:ext cx="2649794" cy="2649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547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0B3459B-49F2-9625-1942-4ED444A00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B58E607-E1F0-31CD-1BC1-141078B863A4}"/>
              </a:ext>
            </a:extLst>
          </p:cNvPr>
          <p:cNvSpPr txBox="1"/>
          <p:nvPr/>
        </p:nvSpPr>
        <p:spPr>
          <a:xfrm>
            <a:off x="377276" y="620704"/>
            <a:ext cx="923867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MODERNAS Y CONTEMPORÁNEAS: Nacieron para romper las reglas del ballet. Buscan la libertad total de movimiento y expresar emociones profundas o abstractas a través del cuerpo.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altLang="es-PE" sz="3200" dirty="0">
              <a:solidFill>
                <a:schemeClr val="bg1">
                  <a:lumMod val="75000"/>
                </a:schemeClr>
              </a:solidFill>
              <a:latin typeface="Jumble" panose="02000503000000020004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URBANAS Y POPULARES: Son los estilos que nacen en las calles, discotecas y la cultura juvenil actual. Son muy rítmicos y sociales (como el Hip-Hop, la Salsa, el Reguetón o el </a:t>
            </a:r>
            <a:r>
              <a:rPr lang="es-PE" altLang="es-PE" sz="3200" dirty="0" err="1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Breakdance</a:t>
            </a:r>
            <a:r>
              <a:rPr lang="es-PE" altLang="es-PE" sz="3200" dirty="0">
                <a:solidFill>
                  <a:schemeClr val="bg1">
                    <a:lumMod val="75000"/>
                  </a:schemeClr>
                </a:solidFill>
                <a:latin typeface="Jumble" panose="02000503000000020004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46044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8A6780-034E-B8BD-FA8D-2A875C50F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15C6CFE-1D0F-1F4F-8F2D-50BB2CD10C9E}"/>
              </a:ext>
            </a:extLst>
          </p:cNvPr>
          <p:cNvSpPr txBox="1"/>
          <p:nvPr/>
        </p:nvSpPr>
        <p:spPr>
          <a:xfrm>
            <a:off x="2725918" y="1234912"/>
            <a:ext cx="65139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</a:rPr>
              <a:t>¡GRACIAS POR SU ATENCIÓN!</a:t>
            </a:r>
            <a:endParaRPr lang="es-PE" sz="8000" dirty="0">
              <a:solidFill>
                <a:schemeClr val="tx1">
                  <a:lumMod val="65000"/>
                  <a:lumOff val="35000"/>
                </a:schemeClr>
              </a:solidFill>
              <a:latin typeface="Britannic Bold" panose="020B0903060703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1FC419-2327-AB96-1A6E-5C8D5712A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4004">
            <a:off x="7104951" y="2759679"/>
            <a:ext cx="6730047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9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397</Words>
  <Application>Microsoft Office PowerPoint</Application>
  <PresentationFormat>Panorámica</PresentationFormat>
  <Paragraphs>21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Bauhaus 93</vt:lpstr>
      <vt:lpstr>Britannic Bold</vt:lpstr>
      <vt:lpstr>Calibri</vt:lpstr>
      <vt:lpstr>Calibri Light</vt:lpstr>
      <vt:lpstr>Cooper Black</vt:lpstr>
      <vt:lpstr>Gill Sans Ultra Bold Condensed</vt:lpstr>
      <vt:lpstr>Jumble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</dc:creator>
  <cp:lastModifiedBy>ANTHONY</cp:lastModifiedBy>
  <cp:revision>12</cp:revision>
  <dcterms:created xsi:type="dcterms:W3CDTF">2026-03-26T19:54:46Z</dcterms:created>
  <dcterms:modified xsi:type="dcterms:W3CDTF">2026-07-08T21:50:58Z</dcterms:modified>
</cp:coreProperties>
</file>